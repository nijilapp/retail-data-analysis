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9" r:id="rId4"/>
    <p:sldId id="260" r:id="rId5"/>
    <p:sldId id="261" r:id="rId6"/>
    <p:sldId id="265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29"/>
    <p:restoredTop sz="94624"/>
  </p:normalViewPr>
  <p:slideViewPr>
    <p:cSldViewPr snapToGrid="0">
      <p:cViewPr>
        <p:scale>
          <a:sx n="109" d="100"/>
          <a:sy n="109" d="100"/>
        </p:scale>
        <p:origin x="40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BA42-9839-178C-70CC-C4D5C196C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95707F-2236-6610-2276-9527602D8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4BBBD-B602-E069-4DAC-A659BDBAD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80CF-0D92-3742-A6AA-94FE5BECC8D7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4521E-3E32-99E0-3AAD-A7BB4E603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5D781-2496-9620-FA56-C9B618565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39DB-A4CE-3949-AF73-64C77D7BE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200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EBB47-3CF8-C00A-025E-BFA2A790B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94851-B145-5CDF-0531-24508B71E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2A9F0-F0E5-A5F9-BD17-98CFAE08F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80CF-0D92-3742-A6AA-94FE5BECC8D7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035977-2421-BABA-B5B2-70D9EB421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78638-815F-DF03-4789-45A9C8545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39DB-A4CE-3949-AF73-64C77D7BE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49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A1523-1DA5-439D-B946-FB0687EFE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EC032-A5B8-ECA1-5ED1-67988899CC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6BAC0-2C8B-E54D-9DF8-2AF9C71A4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80CF-0D92-3742-A6AA-94FE5BECC8D7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CE2F5-5B4C-91E8-97FE-D48B1601C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F8254-834F-F4B3-68DD-DBCBB77F0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39DB-A4CE-3949-AF73-64C77D7BE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07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0B986-14D9-7BB7-16B9-ACF3C3E1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8D853-6224-09B7-155E-6379425D7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CB755-129B-6EFC-CFE5-FBFFD9EAB0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B9CC3-1A37-9D11-A145-41ED3D89C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80CF-0D92-3742-A6AA-94FE5BECC8D7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D6853-50B0-9E8E-DFF5-0DE7B0B60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0DA1D-1915-5BDA-A206-E2C6BA898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39DB-A4CE-3949-AF73-64C77D7BE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515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1780-7F01-CF47-98E1-27D2B3655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8C0536-72B0-BA4E-29D1-197FE776BE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1DC660-D77C-8CC2-986A-A80676C3C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A75E92-8FBD-6852-D4E6-9421A3CE4D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5CE35-9194-F2E5-A4EF-4AA822B80D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ED163D-D0A0-18F2-07E5-93995F64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80CF-0D92-3742-A6AA-94FE5BECC8D7}" type="datetimeFigureOut">
              <a:rPr lang="en-US" smtClean="0"/>
              <a:t>8/19/25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2D203E-3E54-6A6C-9A2D-EE1F1E998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DDA581-F673-96F6-6D88-D7BDD9633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39DB-A4CE-3949-AF73-64C77D7BE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376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909DE-8845-3736-71C3-032B854F1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EEA223-6A61-2A5F-EA3E-740FA5FDB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80CF-0D92-3742-A6AA-94FE5BECC8D7}" type="datetimeFigureOut">
              <a:rPr lang="en-US" smtClean="0"/>
              <a:t>8/19/25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ABB9B0-CD47-24E4-E9D6-2C318F38A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18E3FF-6EF8-166C-F360-07D7A9DA2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39DB-A4CE-3949-AF73-64C77D7BE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56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3616B-5C6C-6129-9519-541455FA6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80CF-0D92-3742-A6AA-94FE5BECC8D7}" type="datetimeFigureOut">
              <a:rPr lang="en-US" smtClean="0"/>
              <a:t>8/19/25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05C89E-2A1A-A276-D586-9193FBF69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3E14B-F599-7B34-4BBD-82FF798E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39DB-A4CE-3949-AF73-64C77D7BE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01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2867-045C-C07D-590B-3516100FC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5C74D-30A7-7C78-0ECC-07F491150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767CA-20BB-3C03-A476-C15E9095F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5B0B5A-A485-7FA1-DBCF-249776B86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80CF-0D92-3742-A6AA-94FE5BECC8D7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C48B4-68A9-B404-08BB-62BB669F4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CEFAF-E41E-07A9-2554-0A309CDB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39DB-A4CE-3949-AF73-64C77D7BE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478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406F-95C8-5BDE-B211-FCE5C710A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EEA3CE-4613-CB89-4DFB-A805F6086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080D4C-171F-FFA2-C1F3-43812EE97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ED9A3-6D68-9B64-997B-2738BC4F0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80CF-0D92-3742-A6AA-94FE5BECC8D7}" type="datetimeFigureOut">
              <a:rPr lang="en-US" smtClean="0"/>
              <a:t>8/19/25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7435B-E25C-BFE1-E289-E8232A27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02780-DEEB-6238-211B-D4042497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39DB-A4CE-3949-AF73-64C77D7BE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404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0D937-771C-7B01-7CA9-11A11EF73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9A4AD-93CE-1512-399F-90B5FC63D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D7C9E-CBF1-8074-7AE6-62CD39928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80CF-0D92-3742-A6AA-94FE5BECC8D7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23BB3-CEDE-4592-6205-81B23FB7F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C598E-1539-F6B8-002C-90813312B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39DB-A4CE-3949-AF73-64C77D7BE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558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2BFA95-933B-A09B-403F-9A700FB1CE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8A692-D6F8-579F-B9B3-37A89C484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894DE-6AC0-7A59-C5DD-72C623D40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380CF-0D92-3742-A6AA-94FE5BECC8D7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927E0-00FD-C92D-8607-205353957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9BB82-5B20-23A6-8A1F-8DD774D30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139DB-A4CE-3949-AF73-64C77D7BE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30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2DD751-D734-F924-822F-6D75A6676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23EC3-3233-AB85-B282-A170DA69E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8E08D-061B-D6BE-5FF8-2DAD2F06A7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8380CF-0D92-3742-A6AA-94FE5BECC8D7}" type="datetimeFigureOut">
              <a:rPr lang="en-US" smtClean="0"/>
              <a:t>8/19/25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820C6-AE03-62EE-B283-CFB0495D3D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1A4B6-2623-C929-9D51-D4EF152628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5139DB-A4CE-3949-AF73-64C77D7BE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276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65080-FA76-FC1E-9217-3FBDD7671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5023" y="1171937"/>
            <a:ext cx="9144000" cy="3512699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" panose="020B0604020202020204" pitchFamily="34" charset="0"/>
                <a:cs typeface="Arial" panose="020B0604020202020204" pitchFamily="34" charset="0"/>
              </a:rPr>
              <a:t>Product and Category Analysis for Retail Data</a:t>
            </a:r>
            <a:br>
              <a:rPr lang="en-IN" sz="4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299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FD62A-08F4-95A2-71F5-F8169D4B6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E4C62-AEA6-5306-E43A-DAF81DED4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Analyze the product data to provide insights into product pricing, reviews, and stock management to improve business operations and customer satisfaction.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Provide insights on product pricing, reviews, supplier details, and return policies.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Combine SQL queries and Power BI visuals to deliver actionable insights.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23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54D84-1FC4-7BCC-85BA-21C2300EF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                    </a:t>
            </a:r>
            <a:br>
              <a:rPr lang="en-IN" dirty="0"/>
            </a:br>
            <a:br>
              <a:rPr lang="en-IN" dirty="0"/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</a:t>
            </a:r>
            <a:r>
              <a:rPr lang="en-IN" sz="4900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br>
              <a:rPr lang="en-IN" sz="49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2594F-A5D0-5F49-3170-6E40121874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Data_retail.csv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102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5A915-BD32-4DF2-E922-765433BBD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SQL-Based Analysis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B6B5B-AF61-8F24-76A9-AFEEF00F2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Identified products with prices higher than the category average.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Found categories with the highest average rating.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Found the most reviewed product in each warehouse.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Identified high-priced products along with discount &amp; supplier.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Identified top 2 products with highest rating in each category.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Analyzed Return Policies.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686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90E9D-BC14-A2E5-8AD4-F69199161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Power BI Visualizations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5C615-6609-D2D4-7DC7-344F7927F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Insights derived using Power BI dashboard built from the retail dataset with DAX calculations, measures, and interactive visuals.</a:t>
            </a:r>
          </a:p>
          <a:p>
            <a:r>
              <a:rPr lang="en-IN" sz="2400" dirty="0"/>
              <a:t>Product category generating highest revenue compared to stock availability.</a:t>
            </a:r>
          </a:p>
          <a:p>
            <a:r>
              <a:rPr lang="en-IN" sz="2400" dirty="0"/>
              <a:t>Correlation between product price and rating.</a:t>
            </a:r>
          </a:p>
          <a:p>
            <a:r>
              <a:rPr lang="en-IN" sz="2400" dirty="0"/>
              <a:t>Warehouse with most products having the longest return policy.</a:t>
            </a:r>
          </a:p>
          <a:p>
            <a:r>
              <a:rPr lang="en-IN" sz="2400" dirty="0"/>
              <a:t>Review counts vs rating correlation.</a:t>
            </a:r>
          </a:p>
          <a:p>
            <a:r>
              <a:rPr lang="en-IN" sz="2400" dirty="0"/>
              <a:t>Warehouse turnover impact on stock management &amp; profit margin.</a:t>
            </a:r>
          </a:p>
          <a:p>
            <a:endParaRPr lang="en-IN" sz="2400" dirty="0"/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498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3CC5-43E7-FDF4-0C88-6297FDF7C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Power BI Dashboard</a:t>
            </a:r>
          </a:p>
        </p:txBody>
      </p:sp>
      <p:pic>
        <p:nvPicPr>
          <p:cNvPr id="9" name="Content Placeholder 8" descr="A screenshot of a graph&#10;&#10;AI-generated content may be incorrect.">
            <a:extLst>
              <a:ext uri="{FF2B5EF4-FFF2-40B4-BE49-F238E27FC236}">
                <a16:creationId xmlns:a16="http://schemas.microsoft.com/office/drawing/2014/main" id="{6B463C6E-B322-50EA-78F2-089E9D5FA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1058" y="1825625"/>
            <a:ext cx="7749883" cy="4351338"/>
          </a:xfrm>
        </p:spPr>
      </p:pic>
    </p:spTree>
    <p:extLst>
      <p:ext uri="{BB962C8B-B14F-4D97-AF65-F5344CB8AC3E}">
        <p14:creationId xmlns:p14="http://schemas.microsoft.com/office/powerpoint/2010/main" val="4021846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235D5-5CD8-6E7C-BDDC-4DDDAD24B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981" y="3184574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6067D-1E4A-9AAC-5DFF-E57E214BAE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8103"/>
            <a:ext cx="10515600" cy="1876580"/>
          </a:xfrm>
        </p:spPr>
        <p:txBody>
          <a:bodyPr/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High-priced items are concentrated in certain categories.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Some categories with high average ratings have low stock.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Longer return policies boost sales in certain categories.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Strong correlation between competitive pricing and higher ratings.</a:t>
            </a: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7A3816-3AC3-1A44-DC73-A779C190ACDE}"/>
              </a:ext>
            </a:extLst>
          </p:cNvPr>
          <p:cNvSpPr txBox="1">
            <a:spLocks/>
          </p:cNvSpPr>
          <p:nvPr/>
        </p:nvSpPr>
        <p:spPr>
          <a:xfrm>
            <a:off x="388434" y="715709"/>
            <a:ext cx="10515600" cy="54954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E3908FF-F661-28E9-C81D-1CBCD55D6F35}"/>
              </a:ext>
            </a:extLst>
          </p:cNvPr>
          <p:cNvSpPr txBox="1">
            <a:spLocks/>
          </p:cNvSpPr>
          <p:nvPr/>
        </p:nvSpPr>
        <p:spPr>
          <a:xfrm>
            <a:off x="838200" y="4265711"/>
            <a:ext cx="10515600" cy="1876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Revising pricing in overpriced categories to boost competitiveness.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Stocking up in categories with high ratings but low availability.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Promoting longer return policies as a sales strategy.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9607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3011-B859-DC6C-B484-E2DC42E1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5F527-778A-9466-AA7F-E608E6057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Data-driven strategies improve revenue and customer satisfaction.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SQL based analysis helped extract precise product-level insights.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Power BI visualizations revealed trends and correlations.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Recommendations can guide pricing, inventory, and marketing decisions.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9088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</TotalTime>
  <Words>302</Words>
  <Application>Microsoft Macintosh PowerPoint</Application>
  <PresentationFormat>Widescreen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Product and Category Analysis for Retail Data  </vt:lpstr>
      <vt:lpstr>Problem Statement</vt:lpstr>
      <vt:lpstr>                                                 Dataset  </vt:lpstr>
      <vt:lpstr>SQL-Based Analysis</vt:lpstr>
      <vt:lpstr>Power BI Visualizations</vt:lpstr>
      <vt:lpstr>Power BI Dashboard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Mankiavil, Sreejith</dc:creator>
  <cp:lastModifiedBy>Mankiavil, Sreejith</cp:lastModifiedBy>
  <cp:revision>39</cp:revision>
  <dcterms:created xsi:type="dcterms:W3CDTF">2025-07-13T05:28:10Z</dcterms:created>
  <dcterms:modified xsi:type="dcterms:W3CDTF">2025-08-19T05:48:51Z</dcterms:modified>
</cp:coreProperties>
</file>